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upo2_EF_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Colegio Universitario de Cartago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Grupo2_EF</dc:title>
  <dc:subject>Examen Final - Wine Clustering</dc:subject>
  <dc:creator>Grupo 2</dc:creator>
  <cp:lastModifiedBy>Grupo 2</cp:lastModifiedBy>
  <cp:revision>1</cp:revision>
  <dcterms:created xsi:type="dcterms:W3CDTF">2026-08-12T20:41:58Z</dcterms:created>
  <dcterms:modified xsi:type="dcterms:W3CDTF">2026-08-12T20:41:58Z</dcterms:modified>
</cp:coreProperties>
</file>